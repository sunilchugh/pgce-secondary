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365" r:id="rId5"/>
    <p:sldId id="370" r:id="rId6"/>
    <p:sldId id="371" r:id="rId7"/>
    <p:sldId id="372" r:id="rId8"/>
    <p:sldId id="373" r:id="rId9"/>
    <p:sldId id="374" r:id="rId10"/>
    <p:sldId id="375" r:id="rId11"/>
    <p:sldId id="37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0D0002-C037-41C8-82FB-395159A82D8E}" v="53" dt="2026-01-05T16:50:37.4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p:cViewPr varScale="1">
        <p:scale>
          <a:sx n="121" d="100"/>
          <a:sy n="121" d="100"/>
        </p:scale>
        <p:origin x="336"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syn Nichol" userId="bcf1b415-7510-42f7-bf32-8ffa5f2a2971" providerId="ADAL" clId="{4570DBB6-1958-43F5-B6F0-623793D9B5B3}"/>
    <pc:docChg chg="undo custSel addSld delSld modSld">
      <pc:chgData name="Tamsyn Nichol" userId="bcf1b415-7510-42f7-bf32-8ffa5f2a2971" providerId="ADAL" clId="{4570DBB6-1958-43F5-B6F0-623793D9B5B3}" dt="2026-01-05T16:50:37.442" v="1019" actId="688"/>
      <pc:docMkLst>
        <pc:docMk/>
      </pc:docMkLst>
      <pc:sldChg chg="del">
        <pc:chgData name="Tamsyn Nichol" userId="bcf1b415-7510-42f7-bf32-8ffa5f2a2971" providerId="ADAL" clId="{4570DBB6-1958-43F5-B6F0-623793D9B5B3}" dt="2026-01-05T15:57:33.603" v="34" actId="47"/>
        <pc:sldMkLst>
          <pc:docMk/>
          <pc:sldMk cId="1053696776" sldId="256"/>
        </pc:sldMkLst>
      </pc:sldChg>
      <pc:sldChg chg="del">
        <pc:chgData name="Tamsyn Nichol" userId="bcf1b415-7510-42f7-bf32-8ffa5f2a2971" providerId="ADAL" clId="{4570DBB6-1958-43F5-B6F0-623793D9B5B3}" dt="2026-01-05T15:57:36.208" v="36" actId="47"/>
        <pc:sldMkLst>
          <pc:docMk/>
          <pc:sldMk cId="749358024" sldId="257"/>
        </pc:sldMkLst>
      </pc:sldChg>
      <pc:sldChg chg="modSp mod">
        <pc:chgData name="Tamsyn Nichol" userId="bcf1b415-7510-42f7-bf32-8ffa5f2a2971" providerId="ADAL" clId="{4570DBB6-1958-43F5-B6F0-623793D9B5B3}" dt="2026-01-05T15:57:05.153" v="30" actId="20577"/>
        <pc:sldMkLst>
          <pc:docMk/>
          <pc:sldMk cId="971775235" sldId="365"/>
        </pc:sldMkLst>
        <pc:spChg chg="mod">
          <ac:chgData name="Tamsyn Nichol" userId="bcf1b415-7510-42f7-bf32-8ffa5f2a2971" providerId="ADAL" clId="{4570DBB6-1958-43F5-B6F0-623793D9B5B3}" dt="2026-01-05T15:56:55.632" v="19" actId="20577"/>
          <ac:spMkLst>
            <pc:docMk/>
            <pc:sldMk cId="971775235" sldId="365"/>
            <ac:spMk id="2" creationId="{F0036186-C4DD-4EF3-B8C4-0852CE723994}"/>
          </ac:spMkLst>
        </pc:spChg>
        <pc:spChg chg="mod">
          <ac:chgData name="Tamsyn Nichol" userId="bcf1b415-7510-42f7-bf32-8ffa5f2a2971" providerId="ADAL" clId="{4570DBB6-1958-43F5-B6F0-623793D9B5B3}" dt="2026-01-05T15:57:05.153" v="30" actId="20577"/>
          <ac:spMkLst>
            <pc:docMk/>
            <pc:sldMk cId="971775235" sldId="365"/>
            <ac:spMk id="3" creationId="{51412309-42C4-4C03-BC7D-176B03EA9445}"/>
          </ac:spMkLst>
        </pc:spChg>
      </pc:sldChg>
      <pc:sldChg chg="del">
        <pc:chgData name="Tamsyn Nichol" userId="bcf1b415-7510-42f7-bf32-8ffa5f2a2971" providerId="ADAL" clId="{4570DBB6-1958-43F5-B6F0-623793D9B5B3}" dt="2026-01-05T15:57:34.624" v="35" actId="47"/>
        <pc:sldMkLst>
          <pc:docMk/>
          <pc:sldMk cId="1704352439" sldId="366"/>
        </pc:sldMkLst>
      </pc:sldChg>
      <pc:sldChg chg="del">
        <pc:chgData name="Tamsyn Nichol" userId="bcf1b415-7510-42f7-bf32-8ffa5f2a2971" providerId="ADAL" clId="{4570DBB6-1958-43F5-B6F0-623793D9B5B3}" dt="2026-01-05T15:57:38.047" v="37" actId="47"/>
        <pc:sldMkLst>
          <pc:docMk/>
          <pc:sldMk cId="2133980902" sldId="367"/>
        </pc:sldMkLst>
      </pc:sldChg>
      <pc:sldChg chg="del">
        <pc:chgData name="Tamsyn Nichol" userId="bcf1b415-7510-42f7-bf32-8ffa5f2a2971" providerId="ADAL" clId="{4570DBB6-1958-43F5-B6F0-623793D9B5B3}" dt="2026-01-05T15:57:32.124" v="33" actId="47"/>
        <pc:sldMkLst>
          <pc:docMk/>
          <pc:sldMk cId="2694163512" sldId="368"/>
        </pc:sldMkLst>
      </pc:sldChg>
      <pc:sldChg chg="del">
        <pc:chgData name="Tamsyn Nichol" userId="bcf1b415-7510-42f7-bf32-8ffa5f2a2971" providerId="ADAL" clId="{4570DBB6-1958-43F5-B6F0-623793D9B5B3}" dt="2026-01-05T15:57:39.163" v="38" actId="47"/>
        <pc:sldMkLst>
          <pc:docMk/>
          <pc:sldMk cId="869389530" sldId="369"/>
        </pc:sldMkLst>
      </pc:sldChg>
      <pc:sldChg chg="modSp mod">
        <pc:chgData name="Tamsyn Nichol" userId="bcf1b415-7510-42f7-bf32-8ffa5f2a2971" providerId="ADAL" clId="{4570DBB6-1958-43F5-B6F0-623793D9B5B3}" dt="2026-01-05T15:57:13.620" v="31" actId="20577"/>
        <pc:sldMkLst>
          <pc:docMk/>
          <pc:sldMk cId="3624369809" sldId="370"/>
        </pc:sldMkLst>
        <pc:spChg chg="mod">
          <ac:chgData name="Tamsyn Nichol" userId="bcf1b415-7510-42f7-bf32-8ffa5f2a2971" providerId="ADAL" clId="{4570DBB6-1958-43F5-B6F0-623793D9B5B3}" dt="2026-01-05T15:57:13.620" v="31" actId="20577"/>
          <ac:spMkLst>
            <pc:docMk/>
            <pc:sldMk cId="3624369809" sldId="370"/>
            <ac:spMk id="3" creationId="{A224C8A6-AAFF-153C-F515-8FEFCF65A711}"/>
          </ac:spMkLst>
        </pc:spChg>
      </pc:sldChg>
      <pc:sldChg chg="addSp modSp new mod setBg">
        <pc:chgData name="Tamsyn Nichol" userId="bcf1b415-7510-42f7-bf32-8ffa5f2a2971" providerId="ADAL" clId="{4570DBB6-1958-43F5-B6F0-623793D9B5B3}" dt="2026-01-05T16:18:47.206" v="74" actId="26606"/>
        <pc:sldMkLst>
          <pc:docMk/>
          <pc:sldMk cId="2962314000" sldId="371"/>
        </pc:sldMkLst>
        <pc:spChg chg="mod">
          <ac:chgData name="Tamsyn Nichol" userId="bcf1b415-7510-42f7-bf32-8ffa5f2a2971" providerId="ADAL" clId="{4570DBB6-1958-43F5-B6F0-623793D9B5B3}" dt="2026-01-05T16:18:47.206" v="74" actId="26606"/>
          <ac:spMkLst>
            <pc:docMk/>
            <pc:sldMk cId="2962314000" sldId="371"/>
            <ac:spMk id="2" creationId="{0120593F-9DF4-2AD6-AC04-DF6818AB9905}"/>
          </ac:spMkLst>
        </pc:spChg>
        <pc:spChg chg="mod">
          <ac:chgData name="Tamsyn Nichol" userId="bcf1b415-7510-42f7-bf32-8ffa5f2a2971" providerId="ADAL" clId="{4570DBB6-1958-43F5-B6F0-623793D9B5B3}" dt="2026-01-05T16:18:47.206" v="74" actId="26606"/>
          <ac:spMkLst>
            <pc:docMk/>
            <pc:sldMk cId="2962314000" sldId="371"/>
            <ac:spMk id="3" creationId="{4E22EC2E-5C5B-71F0-CCA3-4B7364981287}"/>
          </ac:spMkLst>
        </pc:spChg>
        <pc:spChg chg="add">
          <ac:chgData name="Tamsyn Nichol" userId="bcf1b415-7510-42f7-bf32-8ffa5f2a2971" providerId="ADAL" clId="{4570DBB6-1958-43F5-B6F0-623793D9B5B3}" dt="2026-01-05T16:18:47.206" v="74" actId="26606"/>
          <ac:spMkLst>
            <pc:docMk/>
            <pc:sldMk cId="2962314000" sldId="371"/>
            <ac:spMk id="8" creationId="{100EDD19-6802-4EC3-95CE-CFFAB042CFD6}"/>
          </ac:spMkLst>
        </pc:spChg>
        <pc:spChg chg="add">
          <ac:chgData name="Tamsyn Nichol" userId="bcf1b415-7510-42f7-bf32-8ffa5f2a2971" providerId="ADAL" clId="{4570DBB6-1958-43F5-B6F0-623793D9B5B3}" dt="2026-01-05T16:18:47.206" v="74" actId="26606"/>
          <ac:spMkLst>
            <pc:docMk/>
            <pc:sldMk cId="2962314000" sldId="371"/>
            <ac:spMk id="10" creationId="{DB17E863-922E-4C26-BD64-E8FD41D28661}"/>
          </ac:spMkLst>
        </pc:spChg>
      </pc:sldChg>
      <pc:sldChg chg="del">
        <pc:chgData name="Tamsyn Nichol" userId="bcf1b415-7510-42f7-bf32-8ffa5f2a2971" providerId="ADAL" clId="{4570DBB6-1958-43F5-B6F0-623793D9B5B3}" dt="2026-01-05T15:57:30.627" v="32" actId="47"/>
        <pc:sldMkLst>
          <pc:docMk/>
          <pc:sldMk cId="3553785892" sldId="371"/>
        </pc:sldMkLst>
      </pc:sldChg>
      <pc:sldChg chg="addSp modSp new mod setBg">
        <pc:chgData name="Tamsyn Nichol" userId="bcf1b415-7510-42f7-bf32-8ffa5f2a2971" providerId="ADAL" clId="{4570DBB6-1958-43F5-B6F0-623793D9B5B3}" dt="2026-01-05T16:23:29.672" v="479" actId="20577"/>
        <pc:sldMkLst>
          <pc:docMk/>
          <pc:sldMk cId="1024760117" sldId="372"/>
        </pc:sldMkLst>
        <pc:spChg chg="mod">
          <ac:chgData name="Tamsyn Nichol" userId="bcf1b415-7510-42f7-bf32-8ffa5f2a2971" providerId="ADAL" clId="{4570DBB6-1958-43F5-B6F0-623793D9B5B3}" dt="2026-01-05T16:21:18.402" v="258" actId="26606"/>
          <ac:spMkLst>
            <pc:docMk/>
            <pc:sldMk cId="1024760117" sldId="372"/>
            <ac:spMk id="2" creationId="{BCA44EBB-CD30-069E-9CEC-9BE7FA0492DF}"/>
          </ac:spMkLst>
        </pc:spChg>
        <pc:spChg chg="mod">
          <ac:chgData name="Tamsyn Nichol" userId="bcf1b415-7510-42f7-bf32-8ffa5f2a2971" providerId="ADAL" clId="{4570DBB6-1958-43F5-B6F0-623793D9B5B3}" dt="2026-01-05T16:23:29.672" v="479" actId="20577"/>
          <ac:spMkLst>
            <pc:docMk/>
            <pc:sldMk cId="1024760117" sldId="372"/>
            <ac:spMk id="3" creationId="{D6A71FBA-2E4A-238E-EF30-EF10B793FE33}"/>
          </ac:spMkLst>
        </pc:spChg>
        <pc:spChg chg="add">
          <ac:chgData name="Tamsyn Nichol" userId="bcf1b415-7510-42f7-bf32-8ffa5f2a2971" providerId="ADAL" clId="{4570DBB6-1958-43F5-B6F0-623793D9B5B3}" dt="2026-01-05T16:21:18.402" v="258" actId="26606"/>
          <ac:spMkLst>
            <pc:docMk/>
            <pc:sldMk cId="1024760117" sldId="372"/>
            <ac:spMk id="8" creationId="{100EDD19-6802-4EC3-95CE-CFFAB042CFD6}"/>
          </ac:spMkLst>
        </pc:spChg>
        <pc:spChg chg="add">
          <ac:chgData name="Tamsyn Nichol" userId="bcf1b415-7510-42f7-bf32-8ffa5f2a2971" providerId="ADAL" clId="{4570DBB6-1958-43F5-B6F0-623793D9B5B3}" dt="2026-01-05T16:21:18.402" v="258" actId="26606"/>
          <ac:spMkLst>
            <pc:docMk/>
            <pc:sldMk cId="1024760117" sldId="372"/>
            <ac:spMk id="10" creationId="{DB17E863-922E-4C26-BD64-E8FD41D28661}"/>
          </ac:spMkLst>
        </pc:spChg>
      </pc:sldChg>
      <pc:sldChg chg="addSp modSp new mod setBg">
        <pc:chgData name="Tamsyn Nichol" userId="bcf1b415-7510-42f7-bf32-8ffa5f2a2971" providerId="ADAL" clId="{4570DBB6-1958-43F5-B6F0-623793D9B5B3}" dt="2026-01-05T16:39:42.699" v="945" actId="20577"/>
        <pc:sldMkLst>
          <pc:docMk/>
          <pc:sldMk cId="1785647040" sldId="373"/>
        </pc:sldMkLst>
        <pc:spChg chg="mod">
          <ac:chgData name="Tamsyn Nichol" userId="bcf1b415-7510-42f7-bf32-8ffa5f2a2971" providerId="ADAL" clId="{4570DBB6-1958-43F5-B6F0-623793D9B5B3}" dt="2026-01-05T16:35:20.392" v="673" actId="26606"/>
          <ac:spMkLst>
            <pc:docMk/>
            <pc:sldMk cId="1785647040" sldId="373"/>
            <ac:spMk id="2" creationId="{36F600A9-14E6-AF70-86A8-6D9FE3C1D084}"/>
          </ac:spMkLst>
        </pc:spChg>
        <pc:spChg chg="mod">
          <ac:chgData name="Tamsyn Nichol" userId="bcf1b415-7510-42f7-bf32-8ffa5f2a2971" providerId="ADAL" clId="{4570DBB6-1958-43F5-B6F0-623793D9B5B3}" dt="2026-01-05T16:39:42.699" v="945" actId="20577"/>
          <ac:spMkLst>
            <pc:docMk/>
            <pc:sldMk cId="1785647040" sldId="373"/>
            <ac:spMk id="3" creationId="{38755ECD-AD7B-D256-9DE9-EAD624A39A4D}"/>
          </ac:spMkLst>
        </pc:spChg>
        <pc:spChg chg="add">
          <ac:chgData name="Tamsyn Nichol" userId="bcf1b415-7510-42f7-bf32-8ffa5f2a2971" providerId="ADAL" clId="{4570DBB6-1958-43F5-B6F0-623793D9B5B3}" dt="2026-01-05T16:35:20.392" v="673" actId="26606"/>
          <ac:spMkLst>
            <pc:docMk/>
            <pc:sldMk cId="1785647040" sldId="373"/>
            <ac:spMk id="10" creationId="{DB17E863-922E-4C26-BD64-E8FD41D28661}"/>
          </ac:spMkLst>
        </pc:spChg>
        <pc:spChg chg="add">
          <ac:chgData name="Tamsyn Nichol" userId="bcf1b415-7510-42f7-bf32-8ffa5f2a2971" providerId="ADAL" clId="{4570DBB6-1958-43F5-B6F0-623793D9B5B3}" dt="2026-01-05T16:35:20.392" v="673" actId="26606"/>
          <ac:spMkLst>
            <pc:docMk/>
            <pc:sldMk cId="1785647040" sldId="373"/>
            <ac:spMk id="11" creationId="{100EDD19-6802-4EC3-95CE-CFFAB042CFD6}"/>
          </ac:spMkLst>
        </pc:spChg>
        <pc:graphicFrameChg chg="add mod">
          <ac:chgData name="Tamsyn Nichol" userId="bcf1b415-7510-42f7-bf32-8ffa5f2a2971" providerId="ADAL" clId="{4570DBB6-1958-43F5-B6F0-623793D9B5B3}" dt="2026-01-05T16:26:38.130" v="481"/>
          <ac:graphicFrameMkLst>
            <pc:docMk/>
            <pc:sldMk cId="1785647040" sldId="373"/>
            <ac:graphicFrameMk id="4" creationId="{21A34D6C-0399-5B61-8094-EC90A0178E67}"/>
          </ac:graphicFrameMkLst>
        </pc:graphicFrameChg>
        <pc:graphicFrameChg chg="add mod">
          <ac:chgData name="Tamsyn Nichol" userId="bcf1b415-7510-42f7-bf32-8ffa5f2a2971" providerId="ADAL" clId="{4570DBB6-1958-43F5-B6F0-623793D9B5B3}" dt="2026-01-05T16:26:50.844" v="483"/>
          <ac:graphicFrameMkLst>
            <pc:docMk/>
            <pc:sldMk cId="1785647040" sldId="373"/>
            <ac:graphicFrameMk id="5" creationId="{E3C73E0E-5341-60C0-E810-F9B3AFD527B5}"/>
          </ac:graphicFrameMkLst>
        </pc:graphicFrameChg>
        <pc:graphicFrameChg chg="add mod modGraphic">
          <ac:chgData name="Tamsyn Nichol" userId="bcf1b415-7510-42f7-bf32-8ffa5f2a2971" providerId="ADAL" clId="{4570DBB6-1958-43F5-B6F0-623793D9B5B3}" dt="2026-01-05T16:31:08.021" v="551" actId="1076"/>
          <ac:graphicFrameMkLst>
            <pc:docMk/>
            <pc:sldMk cId="1785647040" sldId="373"/>
            <ac:graphicFrameMk id="6" creationId="{D406FB69-E731-F045-A17D-93CBD91284EA}"/>
          </ac:graphicFrameMkLst>
        </pc:graphicFrameChg>
        <pc:graphicFrameChg chg="add mod">
          <ac:chgData name="Tamsyn Nichol" userId="bcf1b415-7510-42f7-bf32-8ffa5f2a2971" providerId="ADAL" clId="{4570DBB6-1958-43F5-B6F0-623793D9B5B3}" dt="2026-01-05T16:31:51.490" v="558"/>
          <ac:graphicFrameMkLst>
            <pc:docMk/>
            <pc:sldMk cId="1785647040" sldId="373"/>
            <ac:graphicFrameMk id="7" creationId="{0AD5D062-BDCF-1CCD-C4F2-C7E55815442E}"/>
          </ac:graphicFrameMkLst>
        </pc:graphicFrameChg>
        <pc:graphicFrameChg chg="add mod">
          <ac:chgData name="Tamsyn Nichol" userId="bcf1b415-7510-42f7-bf32-8ffa5f2a2971" providerId="ADAL" clId="{4570DBB6-1958-43F5-B6F0-623793D9B5B3}" dt="2026-01-05T16:32:22.525" v="564"/>
          <ac:graphicFrameMkLst>
            <pc:docMk/>
            <pc:sldMk cId="1785647040" sldId="373"/>
            <ac:graphicFrameMk id="8" creationId="{49355FA2-7A50-85B6-7810-A8F7595EDA11}"/>
          </ac:graphicFrameMkLst>
        </pc:graphicFrameChg>
        <pc:graphicFrameChg chg="add mod">
          <ac:chgData name="Tamsyn Nichol" userId="bcf1b415-7510-42f7-bf32-8ffa5f2a2971" providerId="ADAL" clId="{4570DBB6-1958-43F5-B6F0-623793D9B5B3}" dt="2026-01-05T16:32:56.469" v="574"/>
          <ac:graphicFrameMkLst>
            <pc:docMk/>
            <pc:sldMk cId="1785647040" sldId="373"/>
            <ac:graphicFrameMk id="9" creationId="{730FCB1E-8E0F-6B61-07C3-E640E1DE4ECC}"/>
          </ac:graphicFrameMkLst>
        </pc:graphicFrameChg>
      </pc:sldChg>
      <pc:sldChg chg="addSp modSp new mod setBg">
        <pc:chgData name="Tamsyn Nichol" userId="bcf1b415-7510-42f7-bf32-8ffa5f2a2971" providerId="ADAL" clId="{4570DBB6-1958-43F5-B6F0-623793D9B5B3}" dt="2026-01-05T16:39:03.068" v="928" actId="26606"/>
        <pc:sldMkLst>
          <pc:docMk/>
          <pc:sldMk cId="3358717520" sldId="374"/>
        </pc:sldMkLst>
        <pc:spChg chg="mod">
          <ac:chgData name="Tamsyn Nichol" userId="bcf1b415-7510-42f7-bf32-8ffa5f2a2971" providerId="ADAL" clId="{4570DBB6-1958-43F5-B6F0-623793D9B5B3}" dt="2026-01-05T16:39:03.068" v="928" actId="26606"/>
          <ac:spMkLst>
            <pc:docMk/>
            <pc:sldMk cId="3358717520" sldId="374"/>
            <ac:spMk id="2" creationId="{E3E6E334-4B68-196D-0F29-7EC3B35B3FDA}"/>
          </ac:spMkLst>
        </pc:spChg>
        <pc:spChg chg="mod">
          <ac:chgData name="Tamsyn Nichol" userId="bcf1b415-7510-42f7-bf32-8ffa5f2a2971" providerId="ADAL" clId="{4570DBB6-1958-43F5-B6F0-623793D9B5B3}" dt="2026-01-05T16:39:03.068" v="928" actId="26606"/>
          <ac:spMkLst>
            <pc:docMk/>
            <pc:sldMk cId="3358717520" sldId="374"/>
            <ac:spMk id="3" creationId="{FCF62E67-2911-5DC8-0571-FF9B70DAAC00}"/>
          </ac:spMkLst>
        </pc:spChg>
        <pc:spChg chg="add">
          <ac:chgData name="Tamsyn Nichol" userId="bcf1b415-7510-42f7-bf32-8ffa5f2a2971" providerId="ADAL" clId="{4570DBB6-1958-43F5-B6F0-623793D9B5B3}" dt="2026-01-05T16:39:03.068" v="928" actId="26606"/>
          <ac:spMkLst>
            <pc:docMk/>
            <pc:sldMk cId="3358717520" sldId="374"/>
            <ac:spMk id="8" creationId="{100EDD19-6802-4EC3-95CE-CFFAB042CFD6}"/>
          </ac:spMkLst>
        </pc:spChg>
        <pc:spChg chg="add">
          <ac:chgData name="Tamsyn Nichol" userId="bcf1b415-7510-42f7-bf32-8ffa5f2a2971" providerId="ADAL" clId="{4570DBB6-1958-43F5-B6F0-623793D9B5B3}" dt="2026-01-05T16:39:03.068" v="928" actId="26606"/>
          <ac:spMkLst>
            <pc:docMk/>
            <pc:sldMk cId="3358717520" sldId="374"/>
            <ac:spMk id="10" creationId="{DB17E863-922E-4C26-BD64-E8FD41D28661}"/>
          </ac:spMkLst>
        </pc:spChg>
        <pc:graphicFrameChg chg="add mod">
          <ac:chgData name="Tamsyn Nichol" userId="bcf1b415-7510-42f7-bf32-8ffa5f2a2971" providerId="ADAL" clId="{4570DBB6-1958-43F5-B6F0-623793D9B5B3}" dt="2026-01-05T16:37:39.261" v="891"/>
          <ac:graphicFrameMkLst>
            <pc:docMk/>
            <pc:sldMk cId="3358717520" sldId="374"/>
            <ac:graphicFrameMk id="4" creationId="{76A9B7E9-7A75-BF2A-23DB-A5BDAE886179}"/>
          </ac:graphicFrameMkLst>
        </pc:graphicFrameChg>
      </pc:sldChg>
      <pc:sldChg chg="addSp modSp new mod">
        <pc:chgData name="Tamsyn Nichol" userId="bcf1b415-7510-42f7-bf32-8ffa5f2a2971" providerId="ADAL" clId="{4570DBB6-1958-43F5-B6F0-623793D9B5B3}" dt="2026-01-05T16:48:06.632" v="979"/>
        <pc:sldMkLst>
          <pc:docMk/>
          <pc:sldMk cId="1156163151" sldId="375"/>
        </pc:sldMkLst>
        <pc:spChg chg="mod">
          <ac:chgData name="Tamsyn Nichol" userId="bcf1b415-7510-42f7-bf32-8ffa5f2a2971" providerId="ADAL" clId="{4570DBB6-1958-43F5-B6F0-623793D9B5B3}" dt="2026-01-05T16:47:29.785" v="974" actId="20577"/>
          <ac:spMkLst>
            <pc:docMk/>
            <pc:sldMk cId="1156163151" sldId="375"/>
            <ac:spMk id="2" creationId="{623059E0-BAFD-C0F5-8F90-D74B3AF896DB}"/>
          </ac:spMkLst>
        </pc:spChg>
        <pc:spChg chg="mod">
          <ac:chgData name="Tamsyn Nichol" userId="bcf1b415-7510-42f7-bf32-8ffa5f2a2971" providerId="ADAL" clId="{4570DBB6-1958-43F5-B6F0-623793D9B5B3}" dt="2026-01-05T16:47:47.608" v="978" actId="20577"/>
          <ac:spMkLst>
            <pc:docMk/>
            <pc:sldMk cId="1156163151" sldId="375"/>
            <ac:spMk id="3" creationId="{E1D2009D-F5E9-1B4C-7907-00ED6D9CB886}"/>
          </ac:spMkLst>
        </pc:spChg>
        <pc:spChg chg="add">
          <ac:chgData name="Tamsyn Nichol" userId="bcf1b415-7510-42f7-bf32-8ffa5f2a2971" providerId="ADAL" clId="{4570DBB6-1958-43F5-B6F0-623793D9B5B3}" dt="2026-01-05T16:48:06.632" v="979"/>
          <ac:spMkLst>
            <pc:docMk/>
            <pc:sldMk cId="1156163151" sldId="375"/>
            <ac:spMk id="4" creationId="{5039A02A-5528-8738-FBA6-1D8DC10DFCD5}"/>
          </ac:spMkLst>
        </pc:spChg>
      </pc:sldChg>
      <pc:sldChg chg="addSp delSp modSp new del mod">
        <pc:chgData name="Tamsyn Nichol" userId="bcf1b415-7510-42f7-bf32-8ffa5f2a2971" providerId="ADAL" clId="{4570DBB6-1958-43F5-B6F0-623793D9B5B3}" dt="2026-01-05T16:49:54.319" v="1012" actId="47"/>
        <pc:sldMkLst>
          <pc:docMk/>
          <pc:sldMk cId="673416815" sldId="376"/>
        </pc:sldMkLst>
        <pc:spChg chg="mod">
          <ac:chgData name="Tamsyn Nichol" userId="bcf1b415-7510-42f7-bf32-8ffa5f2a2971" providerId="ADAL" clId="{4570DBB6-1958-43F5-B6F0-623793D9B5B3}" dt="2026-01-05T16:48:44.417" v="1000" actId="20577"/>
          <ac:spMkLst>
            <pc:docMk/>
            <pc:sldMk cId="673416815" sldId="376"/>
            <ac:spMk id="2" creationId="{3E4405D9-B688-224C-009B-269D85BDDDA1}"/>
          </ac:spMkLst>
        </pc:spChg>
        <pc:spChg chg="add del mod">
          <ac:chgData name="Tamsyn Nichol" userId="bcf1b415-7510-42f7-bf32-8ffa5f2a2971" providerId="ADAL" clId="{4570DBB6-1958-43F5-B6F0-623793D9B5B3}" dt="2026-01-05T16:49:34.056" v="1009" actId="20577"/>
          <ac:spMkLst>
            <pc:docMk/>
            <pc:sldMk cId="673416815" sldId="376"/>
            <ac:spMk id="3" creationId="{D555B727-10D3-4D17-D5A5-7A40C1C6E47F}"/>
          </ac:spMkLst>
        </pc:spChg>
        <pc:spChg chg="add mod">
          <ac:chgData name="Tamsyn Nichol" userId="bcf1b415-7510-42f7-bf32-8ffa5f2a2971" providerId="ADAL" clId="{4570DBB6-1958-43F5-B6F0-623793D9B5B3}" dt="2026-01-05T16:48:25.192" v="982"/>
          <ac:spMkLst>
            <pc:docMk/>
            <pc:sldMk cId="673416815" sldId="376"/>
            <ac:spMk id="4" creationId="{62F2100F-F2C1-F9FB-0431-C18AD27D3B8C}"/>
          </ac:spMkLst>
        </pc:spChg>
        <pc:spChg chg="add mod">
          <ac:chgData name="Tamsyn Nichol" userId="bcf1b415-7510-42f7-bf32-8ffa5f2a2971" providerId="ADAL" clId="{4570DBB6-1958-43F5-B6F0-623793D9B5B3}" dt="2026-01-05T16:48:39.070" v="984"/>
          <ac:spMkLst>
            <pc:docMk/>
            <pc:sldMk cId="673416815" sldId="376"/>
            <ac:spMk id="5" creationId="{FAB49EA1-C329-09FD-4301-FC55DD4B15D2}"/>
          </ac:spMkLst>
        </pc:spChg>
        <pc:spChg chg="add">
          <ac:chgData name="Tamsyn Nichol" userId="bcf1b415-7510-42f7-bf32-8ffa5f2a2971" providerId="ADAL" clId="{4570DBB6-1958-43F5-B6F0-623793D9B5B3}" dt="2026-01-05T16:49:19.573" v="1007"/>
          <ac:spMkLst>
            <pc:docMk/>
            <pc:sldMk cId="673416815" sldId="376"/>
            <ac:spMk id="6" creationId="{6CD0DDCD-EF07-48C3-4E60-E48557414202}"/>
          </ac:spMkLst>
        </pc:spChg>
        <pc:spChg chg="add">
          <ac:chgData name="Tamsyn Nichol" userId="bcf1b415-7510-42f7-bf32-8ffa5f2a2971" providerId="ADAL" clId="{4570DBB6-1958-43F5-B6F0-623793D9B5B3}" dt="2026-01-05T16:49:28.312" v="1008"/>
          <ac:spMkLst>
            <pc:docMk/>
            <pc:sldMk cId="673416815" sldId="376"/>
            <ac:spMk id="7" creationId="{58F5F453-6DB9-2834-BC4E-15D4F49A59E9}"/>
          </ac:spMkLst>
        </pc:spChg>
        <pc:spChg chg="add">
          <ac:chgData name="Tamsyn Nichol" userId="bcf1b415-7510-42f7-bf32-8ffa5f2a2971" providerId="ADAL" clId="{4570DBB6-1958-43F5-B6F0-623793D9B5B3}" dt="2026-01-05T16:49:34.591" v="1010"/>
          <ac:spMkLst>
            <pc:docMk/>
            <pc:sldMk cId="673416815" sldId="376"/>
            <ac:spMk id="8" creationId="{638C7880-7D23-B9E4-0E62-E2D9067CA2C4}"/>
          </ac:spMkLst>
        </pc:spChg>
        <pc:spChg chg="add">
          <ac:chgData name="Tamsyn Nichol" userId="bcf1b415-7510-42f7-bf32-8ffa5f2a2971" providerId="ADAL" clId="{4570DBB6-1958-43F5-B6F0-623793D9B5B3}" dt="2026-01-05T16:49:43.349" v="1011"/>
          <ac:spMkLst>
            <pc:docMk/>
            <pc:sldMk cId="673416815" sldId="376"/>
            <ac:spMk id="9" creationId="{60E6FC92-8C42-0DA9-257F-37397AF7BCB6}"/>
          </ac:spMkLst>
        </pc:spChg>
      </pc:sldChg>
      <pc:sldChg chg="addSp modSp new">
        <pc:chgData name="Tamsyn Nichol" userId="bcf1b415-7510-42f7-bf32-8ffa5f2a2971" providerId="ADAL" clId="{4570DBB6-1958-43F5-B6F0-623793D9B5B3}" dt="2026-01-05T16:50:37.442" v="1019" actId="688"/>
        <pc:sldMkLst>
          <pc:docMk/>
          <pc:sldMk cId="3942730381" sldId="376"/>
        </pc:sldMkLst>
        <pc:spChg chg="add mod">
          <ac:chgData name="Tamsyn Nichol" userId="bcf1b415-7510-42f7-bf32-8ffa5f2a2971" providerId="ADAL" clId="{4570DBB6-1958-43F5-B6F0-623793D9B5B3}" dt="2026-01-05T16:50:37.442" v="1019" actId="688"/>
          <ac:spMkLst>
            <pc:docMk/>
            <pc:sldMk cId="3942730381" sldId="376"/>
            <ac:spMk id="2" creationId="{FB9E394C-FE4F-57D4-BCC1-FC1FFF80B707}"/>
          </ac:spMkLst>
        </pc:spChg>
      </pc:sldChg>
      <pc:sldMasterChg chg="delSldLayout">
        <pc:chgData name="Tamsyn Nichol" userId="bcf1b415-7510-42f7-bf32-8ffa5f2a2971" providerId="ADAL" clId="{4570DBB6-1958-43F5-B6F0-623793D9B5B3}" dt="2026-01-05T15:57:39.163" v="38" actId="47"/>
        <pc:sldMasterMkLst>
          <pc:docMk/>
          <pc:sldMasterMk cId="2265428369" sldId="2147483648"/>
        </pc:sldMasterMkLst>
        <pc:sldLayoutChg chg="del">
          <pc:chgData name="Tamsyn Nichol" userId="bcf1b415-7510-42f7-bf32-8ffa5f2a2971" providerId="ADAL" clId="{4570DBB6-1958-43F5-B6F0-623793D9B5B3}" dt="2026-01-05T15:57:39.163" v="38" actId="47"/>
          <pc:sldLayoutMkLst>
            <pc:docMk/>
            <pc:sldMasterMk cId="2265428369" sldId="2147483648"/>
            <pc:sldLayoutMk cId="714224513" sldId="2147483660"/>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25545-8AD2-4564-AA6B-E203A40890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2976D3B-08F2-4D58-92BC-04397380C6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8B73A99-9CD3-4A36-AC4F-85135B920097}"/>
              </a:ext>
            </a:extLst>
          </p:cNvPr>
          <p:cNvSpPr>
            <a:spLocks noGrp="1"/>
          </p:cNvSpPr>
          <p:nvPr>
            <p:ph type="dt" sz="half" idx="10"/>
          </p:nvPr>
        </p:nvSpPr>
        <p:spPr/>
        <p:txBody>
          <a:bodyPr/>
          <a:lstStyle/>
          <a:p>
            <a:fld id="{4C8579A1-1E4D-4A1B-A7A6-A6923272B1F6}" type="datetimeFigureOut">
              <a:rPr lang="en-GB" smtClean="0"/>
              <a:t>05/01/2026</a:t>
            </a:fld>
            <a:endParaRPr lang="en-GB"/>
          </a:p>
        </p:txBody>
      </p:sp>
      <p:sp>
        <p:nvSpPr>
          <p:cNvPr id="5" name="Footer Placeholder 4">
            <a:extLst>
              <a:ext uri="{FF2B5EF4-FFF2-40B4-BE49-F238E27FC236}">
                <a16:creationId xmlns:a16="http://schemas.microsoft.com/office/drawing/2014/main" id="{A0BD1012-75BD-4A7E-AC94-55CA3C42776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33C458-6E85-4248-A8B7-17DC338F4BFF}"/>
              </a:ext>
            </a:extLst>
          </p:cNvPr>
          <p:cNvSpPr>
            <a:spLocks noGrp="1"/>
          </p:cNvSpPr>
          <p:nvPr>
            <p:ph type="sldNum" sz="quarter" idx="12"/>
          </p:nvPr>
        </p:nvSpPr>
        <p:spPr/>
        <p:txBody>
          <a:bodyPr/>
          <a:lstStyle/>
          <a:p>
            <a:fld id="{82E94603-94CE-4FFE-87C4-6ADE5C1752E5}" type="slidenum">
              <a:rPr lang="en-GB" smtClean="0"/>
              <a:t>‹#›</a:t>
            </a:fld>
            <a:endParaRPr lang="en-GB"/>
          </a:p>
        </p:txBody>
      </p:sp>
    </p:spTree>
    <p:extLst>
      <p:ext uri="{BB962C8B-B14F-4D97-AF65-F5344CB8AC3E}">
        <p14:creationId xmlns:p14="http://schemas.microsoft.com/office/powerpoint/2010/main" val="3363060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C16CF-379E-4449-83FE-9F73714C761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72C31BA-F789-4D5C-A433-CEEF070EA10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EAC2F6-32AC-4130-8C82-2078A4D6A697}"/>
              </a:ext>
            </a:extLst>
          </p:cNvPr>
          <p:cNvSpPr>
            <a:spLocks noGrp="1"/>
          </p:cNvSpPr>
          <p:nvPr>
            <p:ph type="dt" sz="half" idx="10"/>
          </p:nvPr>
        </p:nvSpPr>
        <p:spPr/>
        <p:txBody>
          <a:bodyPr/>
          <a:lstStyle/>
          <a:p>
            <a:fld id="{4C8579A1-1E4D-4A1B-A7A6-A6923272B1F6}" type="datetimeFigureOut">
              <a:rPr lang="en-GB" smtClean="0"/>
              <a:t>05/01/2026</a:t>
            </a:fld>
            <a:endParaRPr lang="en-GB"/>
          </a:p>
        </p:txBody>
      </p:sp>
      <p:sp>
        <p:nvSpPr>
          <p:cNvPr id="5" name="Footer Placeholder 4">
            <a:extLst>
              <a:ext uri="{FF2B5EF4-FFF2-40B4-BE49-F238E27FC236}">
                <a16:creationId xmlns:a16="http://schemas.microsoft.com/office/drawing/2014/main" id="{B0490369-DC54-4B1C-B11D-0A784C405A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9BC12F-43E4-4158-B11D-423A76C88DC4}"/>
              </a:ext>
            </a:extLst>
          </p:cNvPr>
          <p:cNvSpPr>
            <a:spLocks noGrp="1"/>
          </p:cNvSpPr>
          <p:nvPr>
            <p:ph type="sldNum" sz="quarter" idx="12"/>
          </p:nvPr>
        </p:nvSpPr>
        <p:spPr/>
        <p:txBody>
          <a:bodyPr/>
          <a:lstStyle/>
          <a:p>
            <a:fld id="{82E94603-94CE-4FFE-87C4-6ADE5C1752E5}" type="slidenum">
              <a:rPr lang="en-GB" smtClean="0"/>
              <a:t>‹#›</a:t>
            </a:fld>
            <a:endParaRPr lang="en-GB"/>
          </a:p>
        </p:txBody>
      </p:sp>
    </p:spTree>
    <p:extLst>
      <p:ext uri="{BB962C8B-B14F-4D97-AF65-F5344CB8AC3E}">
        <p14:creationId xmlns:p14="http://schemas.microsoft.com/office/powerpoint/2010/main" val="1045811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D173F-AB05-41A2-A215-79ED1AB511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1D49701-7A9C-4C36-B1EF-B24E755110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62100FD-6C93-4FC9-BEED-CFF180303D05}"/>
              </a:ext>
            </a:extLst>
          </p:cNvPr>
          <p:cNvSpPr>
            <a:spLocks noGrp="1"/>
          </p:cNvSpPr>
          <p:nvPr>
            <p:ph type="dt" sz="half" idx="10"/>
          </p:nvPr>
        </p:nvSpPr>
        <p:spPr/>
        <p:txBody>
          <a:bodyPr/>
          <a:lstStyle/>
          <a:p>
            <a:fld id="{4C8579A1-1E4D-4A1B-A7A6-A6923272B1F6}" type="datetimeFigureOut">
              <a:rPr lang="en-GB" smtClean="0"/>
              <a:t>05/01/2026</a:t>
            </a:fld>
            <a:endParaRPr lang="en-GB"/>
          </a:p>
        </p:txBody>
      </p:sp>
      <p:sp>
        <p:nvSpPr>
          <p:cNvPr id="5" name="Footer Placeholder 4">
            <a:extLst>
              <a:ext uri="{FF2B5EF4-FFF2-40B4-BE49-F238E27FC236}">
                <a16:creationId xmlns:a16="http://schemas.microsoft.com/office/drawing/2014/main" id="{BB90BAAB-E2D8-4788-9949-E3681CCFB7C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992520-0C92-41BC-A8F1-73125E68241B}"/>
              </a:ext>
            </a:extLst>
          </p:cNvPr>
          <p:cNvSpPr>
            <a:spLocks noGrp="1"/>
          </p:cNvSpPr>
          <p:nvPr>
            <p:ph type="sldNum" sz="quarter" idx="12"/>
          </p:nvPr>
        </p:nvSpPr>
        <p:spPr/>
        <p:txBody>
          <a:bodyPr/>
          <a:lstStyle/>
          <a:p>
            <a:fld id="{82E94603-94CE-4FFE-87C4-6ADE5C1752E5}" type="slidenum">
              <a:rPr lang="en-GB" smtClean="0"/>
              <a:t>‹#›</a:t>
            </a:fld>
            <a:endParaRPr lang="en-GB"/>
          </a:p>
        </p:txBody>
      </p:sp>
    </p:spTree>
    <p:extLst>
      <p:ext uri="{BB962C8B-B14F-4D97-AF65-F5344CB8AC3E}">
        <p14:creationId xmlns:p14="http://schemas.microsoft.com/office/powerpoint/2010/main" val="1806093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3A7BB-A563-4D31-BD94-99CEB27B563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43C9A5A-0C6F-4460-A480-7B3154E9BFB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E01C373-9A4C-42C3-94B7-46E2C00BE17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20222A0-62A2-4F39-9258-E97201497C7A}"/>
              </a:ext>
            </a:extLst>
          </p:cNvPr>
          <p:cNvSpPr>
            <a:spLocks noGrp="1"/>
          </p:cNvSpPr>
          <p:nvPr>
            <p:ph type="dt" sz="half" idx="10"/>
          </p:nvPr>
        </p:nvSpPr>
        <p:spPr/>
        <p:txBody>
          <a:bodyPr/>
          <a:lstStyle/>
          <a:p>
            <a:fld id="{4C8579A1-1E4D-4A1B-A7A6-A6923272B1F6}" type="datetimeFigureOut">
              <a:rPr lang="en-GB" smtClean="0"/>
              <a:t>05/01/2026</a:t>
            </a:fld>
            <a:endParaRPr lang="en-GB"/>
          </a:p>
        </p:txBody>
      </p:sp>
      <p:sp>
        <p:nvSpPr>
          <p:cNvPr id="6" name="Footer Placeholder 5">
            <a:extLst>
              <a:ext uri="{FF2B5EF4-FFF2-40B4-BE49-F238E27FC236}">
                <a16:creationId xmlns:a16="http://schemas.microsoft.com/office/drawing/2014/main" id="{318342AE-7745-449D-B5BE-5E17EF16CD8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3C48C6A-C6DE-49C0-A9C2-9F850AFC5655}"/>
              </a:ext>
            </a:extLst>
          </p:cNvPr>
          <p:cNvSpPr>
            <a:spLocks noGrp="1"/>
          </p:cNvSpPr>
          <p:nvPr>
            <p:ph type="sldNum" sz="quarter" idx="12"/>
          </p:nvPr>
        </p:nvSpPr>
        <p:spPr/>
        <p:txBody>
          <a:bodyPr/>
          <a:lstStyle/>
          <a:p>
            <a:fld id="{82E94603-94CE-4FFE-87C4-6ADE5C1752E5}" type="slidenum">
              <a:rPr lang="en-GB" smtClean="0"/>
              <a:t>‹#›</a:t>
            </a:fld>
            <a:endParaRPr lang="en-GB"/>
          </a:p>
        </p:txBody>
      </p:sp>
    </p:spTree>
    <p:extLst>
      <p:ext uri="{BB962C8B-B14F-4D97-AF65-F5344CB8AC3E}">
        <p14:creationId xmlns:p14="http://schemas.microsoft.com/office/powerpoint/2010/main" val="1576394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00C82-89F3-401E-900D-1051C111811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7290C28-A8B8-4C2D-855A-D0C17DEA0A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D0E523-04E2-47F4-B3ED-EBCFF20B015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B4C7416-BE68-4A15-A0F8-69784100BC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5F776A5-70B1-4FA1-AA1C-294F7F6E227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1ECD173-2D85-4C0C-BA0C-5D82B4DB8C5A}"/>
              </a:ext>
            </a:extLst>
          </p:cNvPr>
          <p:cNvSpPr>
            <a:spLocks noGrp="1"/>
          </p:cNvSpPr>
          <p:nvPr>
            <p:ph type="dt" sz="half" idx="10"/>
          </p:nvPr>
        </p:nvSpPr>
        <p:spPr/>
        <p:txBody>
          <a:bodyPr/>
          <a:lstStyle/>
          <a:p>
            <a:fld id="{4C8579A1-1E4D-4A1B-A7A6-A6923272B1F6}" type="datetimeFigureOut">
              <a:rPr lang="en-GB" smtClean="0"/>
              <a:t>05/01/2026</a:t>
            </a:fld>
            <a:endParaRPr lang="en-GB"/>
          </a:p>
        </p:txBody>
      </p:sp>
      <p:sp>
        <p:nvSpPr>
          <p:cNvPr id="8" name="Footer Placeholder 7">
            <a:extLst>
              <a:ext uri="{FF2B5EF4-FFF2-40B4-BE49-F238E27FC236}">
                <a16:creationId xmlns:a16="http://schemas.microsoft.com/office/drawing/2014/main" id="{9F576DA1-B3C2-4551-8A89-53740035F13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BB94C73-15A5-4D64-A9B0-BCDC9543A7DD}"/>
              </a:ext>
            </a:extLst>
          </p:cNvPr>
          <p:cNvSpPr>
            <a:spLocks noGrp="1"/>
          </p:cNvSpPr>
          <p:nvPr>
            <p:ph type="sldNum" sz="quarter" idx="12"/>
          </p:nvPr>
        </p:nvSpPr>
        <p:spPr/>
        <p:txBody>
          <a:bodyPr/>
          <a:lstStyle/>
          <a:p>
            <a:fld id="{82E94603-94CE-4FFE-87C4-6ADE5C1752E5}" type="slidenum">
              <a:rPr lang="en-GB" smtClean="0"/>
              <a:t>‹#›</a:t>
            </a:fld>
            <a:endParaRPr lang="en-GB"/>
          </a:p>
        </p:txBody>
      </p:sp>
    </p:spTree>
    <p:extLst>
      <p:ext uri="{BB962C8B-B14F-4D97-AF65-F5344CB8AC3E}">
        <p14:creationId xmlns:p14="http://schemas.microsoft.com/office/powerpoint/2010/main" val="2268174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56F61-C797-4BD1-A89C-52EE9860AF6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04A34D-0068-4852-ADFD-B2E85B36CCF3}"/>
              </a:ext>
            </a:extLst>
          </p:cNvPr>
          <p:cNvSpPr>
            <a:spLocks noGrp="1"/>
          </p:cNvSpPr>
          <p:nvPr>
            <p:ph type="dt" sz="half" idx="10"/>
          </p:nvPr>
        </p:nvSpPr>
        <p:spPr/>
        <p:txBody>
          <a:bodyPr/>
          <a:lstStyle/>
          <a:p>
            <a:fld id="{4C8579A1-1E4D-4A1B-A7A6-A6923272B1F6}" type="datetimeFigureOut">
              <a:rPr lang="en-GB" smtClean="0"/>
              <a:t>05/01/2026</a:t>
            </a:fld>
            <a:endParaRPr lang="en-GB"/>
          </a:p>
        </p:txBody>
      </p:sp>
      <p:sp>
        <p:nvSpPr>
          <p:cNvPr id="4" name="Footer Placeholder 3">
            <a:extLst>
              <a:ext uri="{FF2B5EF4-FFF2-40B4-BE49-F238E27FC236}">
                <a16:creationId xmlns:a16="http://schemas.microsoft.com/office/drawing/2014/main" id="{9DF352FB-53AA-47AA-AA36-F6F06AA922E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2F55452-6110-42E2-AA73-EDC90E03B648}"/>
              </a:ext>
            </a:extLst>
          </p:cNvPr>
          <p:cNvSpPr>
            <a:spLocks noGrp="1"/>
          </p:cNvSpPr>
          <p:nvPr>
            <p:ph type="sldNum" sz="quarter" idx="12"/>
          </p:nvPr>
        </p:nvSpPr>
        <p:spPr/>
        <p:txBody>
          <a:bodyPr/>
          <a:lstStyle/>
          <a:p>
            <a:fld id="{82E94603-94CE-4FFE-87C4-6ADE5C1752E5}" type="slidenum">
              <a:rPr lang="en-GB" smtClean="0"/>
              <a:t>‹#›</a:t>
            </a:fld>
            <a:endParaRPr lang="en-GB"/>
          </a:p>
        </p:txBody>
      </p:sp>
    </p:spTree>
    <p:extLst>
      <p:ext uri="{BB962C8B-B14F-4D97-AF65-F5344CB8AC3E}">
        <p14:creationId xmlns:p14="http://schemas.microsoft.com/office/powerpoint/2010/main" val="2360627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9BE9BD-0C06-4180-81D0-0CEE9895BE46}"/>
              </a:ext>
            </a:extLst>
          </p:cNvPr>
          <p:cNvSpPr>
            <a:spLocks noGrp="1"/>
          </p:cNvSpPr>
          <p:nvPr>
            <p:ph type="dt" sz="half" idx="10"/>
          </p:nvPr>
        </p:nvSpPr>
        <p:spPr/>
        <p:txBody>
          <a:bodyPr/>
          <a:lstStyle/>
          <a:p>
            <a:fld id="{4C8579A1-1E4D-4A1B-A7A6-A6923272B1F6}" type="datetimeFigureOut">
              <a:rPr lang="en-GB" smtClean="0"/>
              <a:t>05/01/2026</a:t>
            </a:fld>
            <a:endParaRPr lang="en-GB"/>
          </a:p>
        </p:txBody>
      </p:sp>
      <p:sp>
        <p:nvSpPr>
          <p:cNvPr id="3" name="Footer Placeholder 2">
            <a:extLst>
              <a:ext uri="{FF2B5EF4-FFF2-40B4-BE49-F238E27FC236}">
                <a16:creationId xmlns:a16="http://schemas.microsoft.com/office/drawing/2014/main" id="{1ADB79D0-A6A3-429B-9CD7-3E84579DCCE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905529B-99B5-4CAE-8AE4-FC29907965E2}"/>
              </a:ext>
            </a:extLst>
          </p:cNvPr>
          <p:cNvSpPr>
            <a:spLocks noGrp="1"/>
          </p:cNvSpPr>
          <p:nvPr>
            <p:ph type="sldNum" sz="quarter" idx="12"/>
          </p:nvPr>
        </p:nvSpPr>
        <p:spPr/>
        <p:txBody>
          <a:bodyPr/>
          <a:lstStyle/>
          <a:p>
            <a:fld id="{82E94603-94CE-4FFE-87C4-6ADE5C1752E5}" type="slidenum">
              <a:rPr lang="en-GB" smtClean="0"/>
              <a:t>‹#›</a:t>
            </a:fld>
            <a:endParaRPr lang="en-GB"/>
          </a:p>
        </p:txBody>
      </p:sp>
    </p:spTree>
    <p:extLst>
      <p:ext uri="{BB962C8B-B14F-4D97-AF65-F5344CB8AC3E}">
        <p14:creationId xmlns:p14="http://schemas.microsoft.com/office/powerpoint/2010/main" val="1731261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6B7BD-6BEC-4E7E-ACF9-E73DD54970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D57004C-3FE2-4526-956E-6E08954E30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D8E72CB-0153-49CC-A8D2-DE348481FE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184E72D-39C2-45BD-804A-8EA4F51422C8}"/>
              </a:ext>
            </a:extLst>
          </p:cNvPr>
          <p:cNvSpPr>
            <a:spLocks noGrp="1"/>
          </p:cNvSpPr>
          <p:nvPr>
            <p:ph type="dt" sz="half" idx="10"/>
          </p:nvPr>
        </p:nvSpPr>
        <p:spPr/>
        <p:txBody>
          <a:bodyPr/>
          <a:lstStyle/>
          <a:p>
            <a:fld id="{4C8579A1-1E4D-4A1B-A7A6-A6923272B1F6}" type="datetimeFigureOut">
              <a:rPr lang="en-GB" smtClean="0"/>
              <a:t>05/01/2026</a:t>
            </a:fld>
            <a:endParaRPr lang="en-GB"/>
          </a:p>
        </p:txBody>
      </p:sp>
      <p:sp>
        <p:nvSpPr>
          <p:cNvPr id="6" name="Footer Placeholder 5">
            <a:extLst>
              <a:ext uri="{FF2B5EF4-FFF2-40B4-BE49-F238E27FC236}">
                <a16:creationId xmlns:a16="http://schemas.microsoft.com/office/drawing/2014/main" id="{9943EDA5-C30D-41AC-AAA1-E41C3193FF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CDDBB86-7878-4E55-8ADD-C33DA360A9EA}"/>
              </a:ext>
            </a:extLst>
          </p:cNvPr>
          <p:cNvSpPr>
            <a:spLocks noGrp="1"/>
          </p:cNvSpPr>
          <p:nvPr>
            <p:ph type="sldNum" sz="quarter" idx="12"/>
          </p:nvPr>
        </p:nvSpPr>
        <p:spPr/>
        <p:txBody>
          <a:bodyPr/>
          <a:lstStyle/>
          <a:p>
            <a:fld id="{82E94603-94CE-4FFE-87C4-6ADE5C1752E5}" type="slidenum">
              <a:rPr lang="en-GB" smtClean="0"/>
              <a:t>‹#›</a:t>
            </a:fld>
            <a:endParaRPr lang="en-GB"/>
          </a:p>
        </p:txBody>
      </p:sp>
    </p:spTree>
    <p:extLst>
      <p:ext uri="{BB962C8B-B14F-4D97-AF65-F5344CB8AC3E}">
        <p14:creationId xmlns:p14="http://schemas.microsoft.com/office/powerpoint/2010/main" val="3620978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752B-CA53-4572-9822-02EBC0326E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C1CDC9A-611D-4FA5-9C3A-673D769291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3CE44E1-1A23-48E5-B7E2-E10957850D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091420E-C009-49C5-ADEC-CBC505B6F0CB}"/>
              </a:ext>
            </a:extLst>
          </p:cNvPr>
          <p:cNvSpPr>
            <a:spLocks noGrp="1"/>
          </p:cNvSpPr>
          <p:nvPr>
            <p:ph type="dt" sz="half" idx="10"/>
          </p:nvPr>
        </p:nvSpPr>
        <p:spPr/>
        <p:txBody>
          <a:bodyPr/>
          <a:lstStyle/>
          <a:p>
            <a:fld id="{4C8579A1-1E4D-4A1B-A7A6-A6923272B1F6}" type="datetimeFigureOut">
              <a:rPr lang="en-GB" smtClean="0"/>
              <a:t>05/01/2026</a:t>
            </a:fld>
            <a:endParaRPr lang="en-GB"/>
          </a:p>
        </p:txBody>
      </p:sp>
      <p:sp>
        <p:nvSpPr>
          <p:cNvPr id="6" name="Footer Placeholder 5">
            <a:extLst>
              <a:ext uri="{FF2B5EF4-FFF2-40B4-BE49-F238E27FC236}">
                <a16:creationId xmlns:a16="http://schemas.microsoft.com/office/drawing/2014/main" id="{2EDC2CEC-7811-4845-9EB0-15FDCD39F90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F11A39F-80CD-447D-9E63-D15F6C478613}"/>
              </a:ext>
            </a:extLst>
          </p:cNvPr>
          <p:cNvSpPr>
            <a:spLocks noGrp="1"/>
          </p:cNvSpPr>
          <p:nvPr>
            <p:ph type="sldNum" sz="quarter" idx="12"/>
          </p:nvPr>
        </p:nvSpPr>
        <p:spPr/>
        <p:txBody>
          <a:bodyPr/>
          <a:lstStyle/>
          <a:p>
            <a:fld id="{82E94603-94CE-4FFE-87C4-6ADE5C1752E5}" type="slidenum">
              <a:rPr lang="en-GB" smtClean="0"/>
              <a:t>‹#›</a:t>
            </a:fld>
            <a:endParaRPr lang="en-GB"/>
          </a:p>
        </p:txBody>
      </p:sp>
    </p:spTree>
    <p:extLst>
      <p:ext uri="{BB962C8B-B14F-4D97-AF65-F5344CB8AC3E}">
        <p14:creationId xmlns:p14="http://schemas.microsoft.com/office/powerpoint/2010/main" val="1048009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6122C-31FE-4BB8-ADE2-138781B7349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59440C7-14DF-4E3E-B7DD-18134EA5FBE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92883F5-905C-4062-B481-AF12A29F0FB4}"/>
              </a:ext>
            </a:extLst>
          </p:cNvPr>
          <p:cNvSpPr>
            <a:spLocks noGrp="1"/>
          </p:cNvSpPr>
          <p:nvPr>
            <p:ph type="dt" sz="half" idx="10"/>
          </p:nvPr>
        </p:nvSpPr>
        <p:spPr/>
        <p:txBody>
          <a:bodyPr/>
          <a:lstStyle/>
          <a:p>
            <a:fld id="{4C8579A1-1E4D-4A1B-A7A6-A6923272B1F6}" type="datetimeFigureOut">
              <a:rPr lang="en-GB" smtClean="0"/>
              <a:t>05/01/2026</a:t>
            </a:fld>
            <a:endParaRPr lang="en-GB"/>
          </a:p>
        </p:txBody>
      </p:sp>
      <p:sp>
        <p:nvSpPr>
          <p:cNvPr id="5" name="Footer Placeholder 4">
            <a:extLst>
              <a:ext uri="{FF2B5EF4-FFF2-40B4-BE49-F238E27FC236}">
                <a16:creationId xmlns:a16="http://schemas.microsoft.com/office/drawing/2014/main" id="{5F8AF9C5-49D9-49BF-9101-D381DC1B17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56E662F-1659-4162-B199-1B83475199E9}"/>
              </a:ext>
            </a:extLst>
          </p:cNvPr>
          <p:cNvSpPr>
            <a:spLocks noGrp="1"/>
          </p:cNvSpPr>
          <p:nvPr>
            <p:ph type="sldNum" sz="quarter" idx="12"/>
          </p:nvPr>
        </p:nvSpPr>
        <p:spPr/>
        <p:txBody>
          <a:bodyPr/>
          <a:lstStyle/>
          <a:p>
            <a:fld id="{82E94603-94CE-4FFE-87C4-6ADE5C1752E5}" type="slidenum">
              <a:rPr lang="en-GB" smtClean="0"/>
              <a:t>‹#›</a:t>
            </a:fld>
            <a:endParaRPr lang="en-GB"/>
          </a:p>
        </p:txBody>
      </p:sp>
    </p:spTree>
    <p:extLst>
      <p:ext uri="{BB962C8B-B14F-4D97-AF65-F5344CB8AC3E}">
        <p14:creationId xmlns:p14="http://schemas.microsoft.com/office/powerpoint/2010/main" val="3309139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0B6385-4F52-4B6B-8A79-B68EEBF1FD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73546A6-0970-48E1-B107-88C71B3ADD0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79EC20E-2EA1-43F8-A63B-328014F55A36}"/>
              </a:ext>
            </a:extLst>
          </p:cNvPr>
          <p:cNvSpPr>
            <a:spLocks noGrp="1"/>
          </p:cNvSpPr>
          <p:nvPr>
            <p:ph type="dt" sz="half" idx="10"/>
          </p:nvPr>
        </p:nvSpPr>
        <p:spPr/>
        <p:txBody>
          <a:bodyPr/>
          <a:lstStyle/>
          <a:p>
            <a:fld id="{4C8579A1-1E4D-4A1B-A7A6-A6923272B1F6}" type="datetimeFigureOut">
              <a:rPr lang="en-GB" smtClean="0"/>
              <a:t>05/01/2026</a:t>
            </a:fld>
            <a:endParaRPr lang="en-GB"/>
          </a:p>
        </p:txBody>
      </p:sp>
      <p:sp>
        <p:nvSpPr>
          <p:cNvPr id="5" name="Footer Placeholder 4">
            <a:extLst>
              <a:ext uri="{FF2B5EF4-FFF2-40B4-BE49-F238E27FC236}">
                <a16:creationId xmlns:a16="http://schemas.microsoft.com/office/drawing/2014/main" id="{C73CDD56-FB4D-4CDB-93BA-FE3EDFD52A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E7E403-BF55-4153-B24E-15907C5FA7FA}"/>
              </a:ext>
            </a:extLst>
          </p:cNvPr>
          <p:cNvSpPr>
            <a:spLocks noGrp="1"/>
          </p:cNvSpPr>
          <p:nvPr>
            <p:ph type="sldNum" sz="quarter" idx="12"/>
          </p:nvPr>
        </p:nvSpPr>
        <p:spPr/>
        <p:txBody>
          <a:bodyPr/>
          <a:lstStyle/>
          <a:p>
            <a:fld id="{82E94603-94CE-4FFE-87C4-6ADE5C1752E5}" type="slidenum">
              <a:rPr lang="en-GB" smtClean="0"/>
              <a:t>‹#›</a:t>
            </a:fld>
            <a:endParaRPr lang="en-GB"/>
          </a:p>
        </p:txBody>
      </p:sp>
    </p:spTree>
    <p:extLst>
      <p:ext uri="{BB962C8B-B14F-4D97-AF65-F5344CB8AC3E}">
        <p14:creationId xmlns:p14="http://schemas.microsoft.com/office/powerpoint/2010/main" val="4028549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29204B-0F94-4F4B-82C2-38F7265D7E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B4FED55-0F4F-48AA-AC70-AEE13D9389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59072A-645F-4C8C-800F-C71075B0B5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8579A1-1E4D-4A1B-A7A6-A6923272B1F6}" type="datetimeFigureOut">
              <a:rPr lang="en-GB" smtClean="0"/>
              <a:t>05/01/2026</a:t>
            </a:fld>
            <a:endParaRPr lang="en-GB"/>
          </a:p>
        </p:txBody>
      </p:sp>
      <p:sp>
        <p:nvSpPr>
          <p:cNvPr id="5" name="Footer Placeholder 4">
            <a:extLst>
              <a:ext uri="{FF2B5EF4-FFF2-40B4-BE49-F238E27FC236}">
                <a16:creationId xmlns:a16="http://schemas.microsoft.com/office/drawing/2014/main" id="{CC48B768-372B-4054-86D6-FF456829B8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187F6A6-84AC-4AE2-8DE3-4E125C06EF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E94603-94CE-4FFE-87C4-6ADE5C1752E5}" type="slidenum">
              <a:rPr lang="en-GB" smtClean="0"/>
              <a:t>‹#›</a:t>
            </a:fld>
            <a:endParaRPr lang="en-GB"/>
          </a:p>
        </p:txBody>
      </p:sp>
    </p:spTree>
    <p:extLst>
      <p:ext uri="{BB962C8B-B14F-4D97-AF65-F5344CB8AC3E}">
        <p14:creationId xmlns:p14="http://schemas.microsoft.com/office/powerpoint/2010/main" val="2265428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036186-C4DD-4EF3-B8C4-0852CE723994}"/>
              </a:ext>
            </a:extLst>
          </p:cNvPr>
          <p:cNvSpPr>
            <a:spLocks noGrp="1"/>
          </p:cNvSpPr>
          <p:nvPr>
            <p:ph type="ctrTitle"/>
          </p:nvPr>
        </p:nvSpPr>
        <p:spPr>
          <a:xfrm>
            <a:off x="1524003" y="1999615"/>
            <a:ext cx="9144000" cy="2764028"/>
          </a:xfrm>
        </p:spPr>
        <p:txBody>
          <a:bodyPr anchor="ctr">
            <a:normAutofit/>
          </a:bodyPr>
          <a:lstStyle/>
          <a:p>
            <a:r>
              <a:rPr lang="en-GB" sz="7200" dirty="0"/>
              <a:t>Masters assignment</a:t>
            </a:r>
          </a:p>
        </p:txBody>
      </p:sp>
      <p:sp>
        <p:nvSpPr>
          <p:cNvPr id="3" name="Subtitle 2">
            <a:extLst>
              <a:ext uri="{FF2B5EF4-FFF2-40B4-BE49-F238E27FC236}">
                <a16:creationId xmlns:a16="http://schemas.microsoft.com/office/drawing/2014/main" id="{51412309-42C4-4C03-BC7D-176B03EA9445}"/>
              </a:ext>
            </a:extLst>
          </p:cNvPr>
          <p:cNvSpPr>
            <a:spLocks noGrp="1"/>
          </p:cNvSpPr>
          <p:nvPr>
            <p:ph type="subTitle" idx="1"/>
          </p:nvPr>
        </p:nvSpPr>
        <p:spPr>
          <a:xfrm>
            <a:off x="1966912" y="5645150"/>
            <a:ext cx="8258176" cy="631825"/>
          </a:xfrm>
        </p:spPr>
        <p:txBody>
          <a:bodyPr anchor="ctr">
            <a:normAutofit/>
          </a:bodyPr>
          <a:lstStyle/>
          <a:p>
            <a:r>
              <a:rPr lang="en-GB" sz="2800" dirty="0"/>
              <a:t>Questioning</a:t>
            </a: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1775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49129F-780B-C232-9315-FCE812C59FF8}"/>
              </a:ext>
            </a:extLst>
          </p:cNvPr>
          <p:cNvSpPr>
            <a:spLocks noGrp="1"/>
          </p:cNvSpPr>
          <p:nvPr>
            <p:ph type="title"/>
          </p:nvPr>
        </p:nvSpPr>
        <p:spPr>
          <a:xfrm>
            <a:off x="838200" y="365125"/>
            <a:ext cx="10515600" cy="1325563"/>
          </a:xfrm>
        </p:spPr>
        <p:txBody>
          <a:bodyPr>
            <a:normAutofit/>
          </a:bodyPr>
          <a:lstStyle/>
          <a:p>
            <a:r>
              <a:rPr lang="en-GB" sz="5400"/>
              <a:t>Assignment tips</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224C8A6-AAFF-153C-F515-8FEFCF65A711}"/>
              </a:ext>
            </a:extLst>
          </p:cNvPr>
          <p:cNvSpPr>
            <a:spLocks noGrp="1"/>
          </p:cNvSpPr>
          <p:nvPr>
            <p:ph idx="1"/>
          </p:nvPr>
        </p:nvSpPr>
        <p:spPr>
          <a:xfrm>
            <a:off x="838200" y="1929384"/>
            <a:ext cx="10515600" cy="4251960"/>
          </a:xfrm>
        </p:spPr>
        <p:txBody>
          <a:bodyPr>
            <a:normAutofit/>
          </a:bodyPr>
          <a:lstStyle/>
          <a:p>
            <a:r>
              <a:rPr lang="en-GB" dirty="0"/>
              <a:t>Use a range of relevant sources in your literature research and reference them properly </a:t>
            </a:r>
          </a:p>
          <a:p>
            <a:r>
              <a:rPr lang="en-GB" dirty="0"/>
              <a:t>Proofread – you and another person</a:t>
            </a:r>
          </a:p>
          <a:p>
            <a:r>
              <a:rPr lang="en-GB" dirty="0"/>
              <a:t>Keep it relevant and focused on your chosen lesson and on questioning</a:t>
            </a:r>
          </a:p>
          <a:p>
            <a:r>
              <a:rPr lang="en-GB" dirty="0"/>
              <a:t>Criticality</a:t>
            </a:r>
          </a:p>
          <a:p>
            <a:r>
              <a:rPr lang="en-GB" dirty="0"/>
              <a:t>PEE </a:t>
            </a:r>
          </a:p>
          <a:p>
            <a:endParaRPr lang="en-GB" sz="2200" dirty="0"/>
          </a:p>
        </p:txBody>
      </p:sp>
    </p:spTree>
    <p:extLst>
      <p:ext uri="{BB962C8B-B14F-4D97-AF65-F5344CB8AC3E}">
        <p14:creationId xmlns:p14="http://schemas.microsoft.com/office/powerpoint/2010/main" val="3624369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20593F-9DF4-2AD6-AC04-DF6818AB9905}"/>
              </a:ext>
            </a:extLst>
          </p:cNvPr>
          <p:cNvSpPr>
            <a:spLocks noGrp="1"/>
          </p:cNvSpPr>
          <p:nvPr>
            <p:ph type="title"/>
          </p:nvPr>
        </p:nvSpPr>
        <p:spPr>
          <a:xfrm>
            <a:off x="838200" y="365125"/>
            <a:ext cx="10515600" cy="1325563"/>
          </a:xfrm>
        </p:spPr>
        <p:txBody>
          <a:bodyPr>
            <a:normAutofit/>
          </a:bodyPr>
          <a:lstStyle/>
          <a:p>
            <a:r>
              <a:rPr lang="en-GB" sz="5400"/>
              <a:t>Assignment brief</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E22EC2E-5C5B-71F0-CCA3-4B7364981287}"/>
              </a:ext>
            </a:extLst>
          </p:cNvPr>
          <p:cNvSpPr>
            <a:spLocks noGrp="1"/>
          </p:cNvSpPr>
          <p:nvPr>
            <p:ph idx="1"/>
          </p:nvPr>
        </p:nvSpPr>
        <p:spPr>
          <a:xfrm>
            <a:off x="838200" y="1929384"/>
            <a:ext cx="10515600" cy="4251960"/>
          </a:xfrm>
        </p:spPr>
        <p:txBody>
          <a:bodyPr>
            <a:normAutofit/>
          </a:bodyPr>
          <a:lstStyle/>
          <a:p>
            <a:pPr marL="0" indent="0">
              <a:buNone/>
            </a:pPr>
            <a:r>
              <a:rPr lang="en-GB" sz="1900" b="1"/>
              <a:t>Essay Task (4,500 words):</a:t>
            </a:r>
            <a:endParaRPr lang="en-GB" sz="1900"/>
          </a:p>
          <a:p>
            <a:pPr marL="0" indent="0">
              <a:buNone/>
            </a:pPr>
            <a:r>
              <a:rPr lang="en-GB" sz="1900"/>
              <a:t>Questioning is an essential teaching method to consolidate pupils’ learning: with reference to a lesson which you have taught and drawing upon educational theory and research and other professional evidence, critically evaluate how you effectively used questioning to consolidate pupils’ learning.</a:t>
            </a:r>
          </a:p>
          <a:p>
            <a:pPr marL="0" indent="0">
              <a:buNone/>
            </a:pPr>
            <a:r>
              <a:rPr lang="en-GB" sz="1900" b="1"/>
              <a:t>Appendices (1,500 words equivalent):</a:t>
            </a:r>
          </a:p>
          <a:p>
            <a:pPr marL="0" indent="0">
              <a:buNone/>
            </a:pPr>
            <a:r>
              <a:rPr lang="en-GB" sz="1900"/>
              <a:t>Should include: </a:t>
            </a:r>
          </a:p>
          <a:p>
            <a:r>
              <a:rPr lang="en-GB" sz="1900"/>
              <a:t>Lesson plan</a:t>
            </a:r>
          </a:p>
          <a:p>
            <a:r>
              <a:rPr lang="en-GB" sz="1900"/>
              <a:t>Your reflection on the lesson</a:t>
            </a:r>
          </a:p>
          <a:p>
            <a:r>
              <a:rPr lang="en-GB" sz="1900"/>
              <a:t>Feedback from your mentor/class teacher.</a:t>
            </a:r>
          </a:p>
          <a:p>
            <a:r>
              <a:rPr lang="en-GB" sz="1900"/>
              <a:t>These should be referred to within the body of your assignment to exemplify what you are saying in your discussion. </a:t>
            </a:r>
          </a:p>
        </p:txBody>
      </p:sp>
    </p:spTree>
    <p:extLst>
      <p:ext uri="{BB962C8B-B14F-4D97-AF65-F5344CB8AC3E}">
        <p14:creationId xmlns:p14="http://schemas.microsoft.com/office/powerpoint/2010/main" val="2962314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A44EBB-CD30-069E-9CEC-9BE7FA0492DF}"/>
              </a:ext>
            </a:extLst>
          </p:cNvPr>
          <p:cNvSpPr>
            <a:spLocks noGrp="1"/>
          </p:cNvSpPr>
          <p:nvPr>
            <p:ph type="title"/>
          </p:nvPr>
        </p:nvSpPr>
        <p:spPr>
          <a:xfrm>
            <a:off x="838200" y="365125"/>
            <a:ext cx="10515600" cy="1325563"/>
          </a:xfrm>
        </p:spPr>
        <p:txBody>
          <a:bodyPr>
            <a:normAutofit/>
          </a:bodyPr>
          <a:lstStyle/>
          <a:p>
            <a:r>
              <a:rPr lang="en-GB" sz="5400"/>
              <a:t>Introduction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6A71FBA-2E4A-238E-EF30-EF10B793FE33}"/>
              </a:ext>
            </a:extLst>
          </p:cNvPr>
          <p:cNvSpPr>
            <a:spLocks noGrp="1"/>
          </p:cNvSpPr>
          <p:nvPr>
            <p:ph idx="1"/>
          </p:nvPr>
        </p:nvSpPr>
        <p:spPr>
          <a:xfrm>
            <a:off x="838200" y="1929384"/>
            <a:ext cx="10515600" cy="4251960"/>
          </a:xfrm>
        </p:spPr>
        <p:txBody>
          <a:bodyPr>
            <a:normAutofit/>
          </a:bodyPr>
          <a:lstStyle/>
          <a:p>
            <a:r>
              <a:rPr lang="en-GB" sz="2200" dirty="0"/>
              <a:t>Context – school, lesson</a:t>
            </a:r>
          </a:p>
          <a:p>
            <a:r>
              <a:rPr lang="en-GB" sz="2200" dirty="0"/>
              <a:t>Keep it relevant </a:t>
            </a:r>
          </a:p>
          <a:p>
            <a:r>
              <a:rPr lang="en-GB" sz="2200" dirty="0"/>
              <a:t>Summarise your use of questioning in the chosen lesson - your overarching argument – your answer to the essay question</a:t>
            </a:r>
          </a:p>
          <a:p>
            <a:r>
              <a:rPr lang="en-GB" sz="2200" dirty="0"/>
              <a:t>The overarching argument should be targeted – which year group, which subject, which attainment level etc.</a:t>
            </a:r>
          </a:p>
          <a:p>
            <a:endParaRPr lang="en-GB" sz="2200" dirty="0"/>
          </a:p>
        </p:txBody>
      </p:sp>
    </p:spTree>
    <p:extLst>
      <p:ext uri="{BB962C8B-B14F-4D97-AF65-F5344CB8AC3E}">
        <p14:creationId xmlns:p14="http://schemas.microsoft.com/office/powerpoint/2010/main" val="1024760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F600A9-14E6-AF70-86A8-6D9FE3C1D084}"/>
              </a:ext>
            </a:extLst>
          </p:cNvPr>
          <p:cNvSpPr>
            <a:spLocks noGrp="1"/>
          </p:cNvSpPr>
          <p:nvPr>
            <p:ph type="title"/>
          </p:nvPr>
        </p:nvSpPr>
        <p:spPr>
          <a:xfrm>
            <a:off x="838200" y="365125"/>
            <a:ext cx="10515600" cy="1325563"/>
          </a:xfrm>
        </p:spPr>
        <p:txBody>
          <a:bodyPr>
            <a:normAutofit/>
          </a:bodyPr>
          <a:lstStyle/>
          <a:p>
            <a:r>
              <a:rPr lang="en-GB" sz="5400"/>
              <a:t>Main body of the assignment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755ECD-AD7B-D256-9DE9-EAD624A39A4D}"/>
              </a:ext>
            </a:extLst>
          </p:cNvPr>
          <p:cNvSpPr>
            <a:spLocks noGrp="1"/>
          </p:cNvSpPr>
          <p:nvPr>
            <p:ph idx="1"/>
          </p:nvPr>
        </p:nvSpPr>
        <p:spPr>
          <a:xfrm>
            <a:off x="838200" y="1929384"/>
            <a:ext cx="10515600" cy="4251960"/>
          </a:xfrm>
        </p:spPr>
        <p:txBody>
          <a:bodyPr>
            <a:normAutofit/>
          </a:bodyPr>
          <a:lstStyle/>
          <a:p>
            <a:r>
              <a:rPr lang="en-GB" sz="1900" dirty="0"/>
              <a:t>Mini arguments </a:t>
            </a:r>
            <a:r>
              <a:rPr lang="en-GB" sz="1900"/>
              <a:t>(around 3) </a:t>
            </a:r>
            <a:r>
              <a:rPr lang="en-GB" sz="1900" dirty="0"/>
              <a:t>that make up your </a:t>
            </a:r>
            <a:r>
              <a:rPr lang="en-GB" sz="1900"/>
              <a:t>overarching argument</a:t>
            </a:r>
            <a:endParaRPr lang="en-GB" sz="1900" dirty="0"/>
          </a:p>
          <a:p>
            <a:r>
              <a:rPr lang="en-GB" sz="1900" dirty="0"/>
              <a:t>Structure each paragraph around a mini argument. </a:t>
            </a:r>
          </a:p>
          <a:p>
            <a:pPr lvl="1"/>
            <a:r>
              <a:rPr lang="en-GB" sz="1900" dirty="0"/>
              <a:t>Include evidence, theory, and research. Expand your point through evaluation, not just description.</a:t>
            </a:r>
          </a:p>
          <a:p>
            <a:r>
              <a:rPr lang="en-GB" sz="1900" dirty="0"/>
              <a:t>Answer the “How” and “Why”. Explain why you made certain choices and how they relate to learning and pedagogy.</a:t>
            </a:r>
          </a:p>
          <a:p>
            <a:r>
              <a:rPr lang="en-GB" sz="1900" dirty="0"/>
              <a:t>Critically engage with literature.</a:t>
            </a:r>
          </a:p>
          <a:p>
            <a:pPr lvl="1"/>
            <a:r>
              <a:rPr lang="en-GB" sz="1900" dirty="0"/>
              <a:t>Who wrote it? When was it published? How was the research done? (Qualitative vs. quantitative – neither is automatically superior.) What type of source is it? (Peer-reviewed research &gt; think pieces or non-academic sources.) What is their position? Compare different viewpoints.</a:t>
            </a:r>
          </a:p>
          <a:p>
            <a:r>
              <a:rPr lang="en-GB" sz="1900" dirty="0"/>
              <a:t>Take a position – but be tentative </a:t>
            </a:r>
          </a:p>
          <a:p>
            <a:pPr lvl="1"/>
            <a:r>
              <a:rPr lang="en-GB" sz="1900" dirty="0"/>
              <a:t>Use cautious language: perhaps, may, should rather than bold claims like must. Acknowledge uncertainty – we rarely have absolute answers in education.</a:t>
            </a:r>
          </a:p>
          <a:p>
            <a:endParaRPr lang="en-GB" sz="1900" dirty="0"/>
          </a:p>
          <a:p>
            <a:endParaRPr lang="en-GB" sz="1900" dirty="0"/>
          </a:p>
        </p:txBody>
      </p:sp>
    </p:spTree>
    <p:extLst>
      <p:ext uri="{BB962C8B-B14F-4D97-AF65-F5344CB8AC3E}">
        <p14:creationId xmlns:p14="http://schemas.microsoft.com/office/powerpoint/2010/main" val="1785647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E6E334-4B68-196D-0F29-7EC3B35B3FDA}"/>
              </a:ext>
            </a:extLst>
          </p:cNvPr>
          <p:cNvSpPr>
            <a:spLocks noGrp="1"/>
          </p:cNvSpPr>
          <p:nvPr>
            <p:ph type="title"/>
          </p:nvPr>
        </p:nvSpPr>
        <p:spPr>
          <a:xfrm>
            <a:off x="838200" y="365125"/>
            <a:ext cx="10515600" cy="1325563"/>
          </a:xfrm>
        </p:spPr>
        <p:txBody>
          <a:bodyPr>
            <a:normAutofit/>
          </a:bodyPr>
          <a:lstStyle/>
          <a:p>
            <a:r>
              <a:rPr lang="en-GB" sz="5400"/>
              <a:t>Masters level writing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CF62E67-2911-5DC8-0571-FF9B70DAAC00}"/>
              </a:ext>
            </a:extLst>
          </p:cNvPr>
          <p:cNvSpPr>
            <a:spLocks noGrp="1"/>
          </p:cNvSpPr>
          <p:nvPr>
            <p:ph idx="1"/>
          </p:nvPr>
        </p:nvSpPr>
        <p:spPr>
          <a:xfrm>
            <a:off x="838200" y="1929384"/>
            <a:ext cx="10515600" cy="4251960"/>
          </a:xfrm>
        </p:spPr>
        <p:txBody>
          <a:bodyPr>
            <a:normAutofit/>
          </a:bodyPr>
          <a:lstStyle/>
          <a:p>
            <a:r>
              <a:rPr lang="en-GB" sz="2200"/>
              <a:t>Spend more time in ‘how’ or ‘why’ rather than ‘what’ (descriptive). </a:t>
            </a:r>
          </a:p>
          <a:p>
            <a:r>
              <a:rPr lang="en-GB" sz="2200"/>
              <a:t>Avoid being too descriptive or repetitive. </a:t>
            </a:r>
          </a:p>
          <a:p>
            <a:r>
              <a:rPr lang="en-GB" sz="2200"/>
              <a:t>Plan it well and it writes itself. </a:t>
            </a:r>
          </a:p>
          <a:p>
            <a:r>
              <a:rPr lang="en-GB" sz="2200"/>
              <a:t>Quality of sources: Prefer robust, peer-reviewed literature. If using smaller or less rigorous studies, acknowledge their limitations.</a:t>
            </a:r>
          </a:p>
          <a:p>
            <a:r>
              <a:rPr lang="en-GB" sz="2200"/>
              <a:t>A lot of the Literature should be robust (regardless as to whether you agree with it). If it’s not robust it should at least align with what you’re trying to say and can acknowledge it’s a small study or whatever.   </a:t>
            </a:r>
          </a:p>
          <a:p>
            <a:r>
              <a:rPr lang="en-GB" sz="2200"/>
              <a:t>A lot of the literature should be robust (regardless as to whether you agree with it). If it’s not robust it should at least align with what you’re trying to say and you can acknowledge it’s a small or limited study.   </a:t>
            </a:r>
          </a:p>
          <a:p>
            <a:endParaRPr lang="en-GB" sz="2200"/>
          </a:p>
        </p:txBody>
      </p:sp>
    </p:spTree>
    <p:extLst>
      <p:ext uri="{BB962C8B-B14F-4D97-AF65-F5344CB8AC3E}">
        <p14:creationId xmlns:p14="http://schemas.microsoft.com/office/powerpoint/2010/main" val="3358717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059E0-BAFD-C0F5-8F90-D74B3AF896DB}"/>
              </a:ext>
            </a:extLst>
          </p:cNvPr>
          <p:cNvSpPr>
            <a:spLocks noGrp="1"/>
          </p:cNvSpPr>
          <p:nvPr>
            <p:ph type="title"/>
          </p:nvPr>
        </p:nvSpPr>
        <p:spPr/>
        <p:txBody>
          <a:bodyPr/>
          <a:lstStyle/>
          <a:p>
            <a:r>
              <a:rPr lang="en-GB" dirty="0"/>
              <a:t>Example overarching argument</a:t>
            </a:r>
          </a:p>
        </p:txBody>
      </p:sp>
      <p:sp>
        <p:nvSpPr>
          <p:cNvPr id="3" name="Content Placeholder 2">
            <a:extLst>
              <a:ext uri="{FF2B5EF4-FFF2-40B4-BE49-F238E27FC236}">
                <a16:creationId xmlns:a16="http://schemas.microsoft.com/office/drawing/2014/main" id="{E1D2009D-F5E9-1B4C-7907-00ED6D9CB886}"/>
              </a:ext>
            </a:extLst>
          </p:cNvPr>
          <p:cNvSpPr>
            <a:spLocks noGrp="1"/>
          </p:cNvSpPr>
          <p:nvPr>
            <p:ph idx="1"/>
          </p:nvPr>
        </p:nvSpPr>
        <p:spPr/>
        <p:txBody>
          <a:bodyPr/>
          <a:lstStyle/>
          <a:p>
            <a:pPr marL="0" indent="0">
              <a:buNone/>
            </a:pPr>
            <a:r>
              <a:rPr lang="en-GB" dirty="0"/>
              <a:t>In this Year 9 mixed-attainment Chemistry lesson on the Reactivity Series, I argue that the strategic use of </a:t>
            </a:r>
            <a:r>
              <a:rPr lang="en-GB" b="1" dirty="0"/>
              <a:t>hinge-point questions</a:t>
            </a:r>
            <a:r>
              <a:rPr lang="en-GB" dirty="0"/>
              <a:t> and </a:t>
            </a:r>
            <a:r>
              <a:rPr lang="en-GB" b="1" dirty="0"/>
              <a:t>targeted 'cold-calling'</a:t>
            </a:r>
            <a:r>
              <a:rPr lang="en-GB" dirty="0"/>
              <a:t> served as the primary mechanism for consolidating learning. While these methods effectively identified and addressed the 'displacement' misconception in the moment, their success was contingent upon a classroom culture that prioritised 'wait time,' suggesting that questioning is most effective when it balances cognitive challenge with psychological safety.</a:t>
            </a:r>
          </a:p>
        </p:txBody>
      </p:sp>
    </p:spTree>
    <p:extLst>
      <p:ext uri="{BB962C8B-B14F-4D97-AF65-F5344CB8AC3E}">
        <p14:creationId xmlns:p14="http://schemas.microsoft.com/office/powerpoint/2010/main" val="1156163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9E394C-FE4F-57D4-BCC1-FC1FFF80B707}"/>
              </a:ext>
            </a:extLst>
          </p:cNvPr>
          <p:cNvSpPr>
            <a:spLocks noChangeArrowheads="1"/>
          </p:cNvSpPr>
          <p:nvPr/>
        </p:nvSpPr>
        <p:spPr bwMode="auto">
          <a:xfrm rot="10800000" flipV="1">
            <a:off x="228599" y="2119349"/>
            <a:ext cx="117348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To build your </a:t>
            </a:r>
            <a:r>
              <a:rPr kumimoji="0" lang="en-US" altLang="en-US" sz="1800" b="1" i="0" u="none" strike="noStrike" cap="none" normalizeH="0" baseline="0">
                <a:ln>
                  <a:noFill/>
                </a:ln>
                <a:solidFill>
                  <a:schemeClr val="tx1"/>
                </a:solidFill>
                <a:effectLst/>
                <a:latin typeface="Arial" panose="020B0604020202020204" pitchFamily="34" charset="0"/>
              </a:rPr>
              <a:t>mini-arguments</a:t>
            </a:r>
            <a:r>
              <a:rPr kumimoji="0" lang="en-US" altLang="en-US" sz="1800" b="0" i="0" u="none" strike="noStrike" cap="none" normalizeH="0" baseline="0">
                <a:ln>
                  <a:noFill/>
                </a:ln>
                <a:solidFill>
                  <a:schemeClr val="tx1"/>
                </a:solidFill>
                <a:effectLst/>
                <a:latin typeface="Arial" panose="020B0604020202020204" pitchFamily="34" charset="0"/>
              </a:rPr>
              <a:t> from here, you might structure your paragraphs like this: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a:ln>
                  <a:noFill/>
                </a:ln>
                <a:solidFill>
                  <a:schemeClr val="tx1"/>
                </a:solidFill>
                <a:effectLst/>
                <a:latin typeface="Arial" panose="020B0604020202020204" pitchFamily="34" charset="0"/>
              </a:rPr>
              <a:t>Mini-argument 1:</a:t>
            </a:r>
            <a:r>
              <a:rPr kumimoji="0" lang="en-US" altLang="en-US" sz="1800" b="0" i="0" u="none" strike="noStrike" cap="none" normalizeH="0" baseline="0">
                <a:ln>
                  <a:noFill/>
                </a:ln>
                <a:solidFill>
                  <a:schemeClr val="tx1"/>
                </a:solidFill>
                <a:effectLst/>
                <a:latin typeface="Arial" panose="020B0604020202020204" pitchFamily="34" charset="0"/>
              </a:rPr>
              <a:t> How cold-calling increased participation and revealed specific misconceptions. 2. </a:t>
            </a:r>
            <a:r>
              <a:rPr kumimoji="0" lang="en-US" altLang="en-US" sz="1800" b="1" i="0" u="none" strike="noStrike" cap="none" normalizeH="0" baseline="0">
                <a:ln>
                  <a:noFill/>
                </a:ln>
                <a:solidFill>
                  <a:schemeClr val="tx1"/>
                </a:solidFill>
                <a:effectLst/>
                <a:latin typeface="Arial" panose="020B0604020202020204" pitchFamily="34" charset="0"/>
              </a:rPr>
              <a:t>Mini-argument 2:</a:t>
            </a:r>
            <a:r>
              <a:rPr kumimoji="0" lang="en-US" altLang="en-US" sz="1800" b="0" i="0" u="none" strike="noStrike" cap="none" normalizeH="0" baseline="0">
                <a:ln>
                  <a:noFill/>
                </a:ln>
                <a:solidFill>
                  <a:schemeClr val="tx1"/>
                </a:solidFill>
                <a:effectLst/>
                <a:latin typeface="Arial" panose="020B0604020202020204" pitchFamily="34" charset="0"/>
              </a:rPr>
              <a:t> How hinge-point questions allowed you to pivot the lesson based on real-time data.</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a:ln>
                  <a:noFill/>
                </a:ln>
                <a:solidFill>
                  <a:schemeClr val="tx1"/>
                </a:solidFill>
                <a:effectLst/>
                <a:latin typeface="Arial" panose="020B0604020202020204" pitchFamily="34" charset="0"/>
              </a:rPr>
              <a:t>Mini-argument 3:</a:t>
            </a:r>
            <a:r>
              <a:rPr kumimoji="0" lang="en-US" altLang="en-US" sz="1800" b="0" i="0" u="none" strike="noStrike" cap="none" normalizeH="0" baseline="0">
                <a:ln>
                  <a:noFill/>
                </a:ln>
                <a:solidFill>
                  <a:schemeClr val="tx1"/>
                </a:solidFill>
                <a:effectLst/>
                <a:latin typeface="Arial" panose="020B0604020202020204" pitchFamily="34" charset="0"/>
              </a:rPr>
              <a:t> An evaluation of the limitations (e.g., how the pressure of questioning might have hindered lower-attainment students if not for the "wait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42730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078ab53-bb02-47a0-9393-a7ee0c0e7637">
      <Terms xmlns="http://schemas.microsoft.com/office/infopath/2007/PartnerControls"/>
    </lcf76f155ced4ddcb4097134ff3c332f>
    <TaxCatchAll xmlns="d0d77455-7254-4fb4-bfd1-be858090293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347846A1787E24BAA4B8FCA035797FD" ma:contentTypeVersion="18" ma:contentTypeDescription="Create a new document." ma:contentTypeScope="" ma:versionID="4a165b1875467aaa67c214dd70715e7c">
  <xsd:schema xmlns:xsd="http://www.w3.org/2001/XMLSchema" xmlns:xs="http://www.w3.org/2001/XMLSchema" xmlns:p="http://schemas.microsoft.com/office/2006/metadata/properties" xmlns:ns2="0078ab53-bb02-47a0-9393-a7ee0c0e7637" xmlns:ns3="d0d77455-7254-4fb4-bfd1-be8580902935" targetNamespace="http://schemas.microsoft.com/office/2006/metadata/properties" ma:root="true" ma:fieldsID="6d44251d0006a8fbf6c864cedc605e02" ns2:_="" ns3:_="">
    <xsd:import namespace="0078ab53-bb02-47a0-9393-a7ee0c0e7637"/>
    <xsd:import namespace="d0d77455-7254-4fb4-bfd1-be858090293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78ab53-bb02-47a0-9393-a7ee0c0e76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e5fb22-0559-4a01-99f6-a695058b864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0d77455-7254-4fb4-bfd1-be858090293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e88e587-e731-473e-bbcd-498f0d54029a}" ma:internalName="TaxCatchAll" ma:showField="CatchAllData" ma:web="d0d77455-7254-4fb4-bfd1-be858090293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3DD2BD-E5C2-47C3-8234-E5137A44CDD2}">
  <ds:schemaRefs>
    <ds:schemaRef ds:uri="http://schemas.microsoft.com/sharepoint/v3/contenttype/forms"/>
  </ds:schemaRefs>
</ds:datastoreItem>
</file>

<file path=customXml/itemProps2.xml><?xml version="1.0" encoding="utf-8"?>
<ds:datastoreItem xmlns:ds="http://schemas.openxmlformats.org/officeDocument/2006/customXml" ds:itemID="{4B1BC148-8DCD-42F2-9EFC-B0E62CE18B1A}">
  <ds:schemaRefs>
    <ds:schemaRef ds:uri="http://schemas.microsoft.com/office/2006/metadata/properties"/>
    <ds:schemaRef ds:uri="http://schemas.microsoft.com/office/infopath/2007/PartnerControls"/>
    <ds:schemaRef ds:uri="0078ab53-bb02-47a0-9393-a7ee0c0e7637"/>
    <ds:schemaRef ds:uri="d0d77455-7254-4fb4-bfd1-be8580902935"/>
  </ds:schemaRefs>
</ds:datastoreItem>
</file>

<file path=customXml/itemProps3.xml><?xml version="1.0" encoding="utf-8"?>
<ds:datastoreItem xmlns:ds="http://schemas.openxmlformats.org/officeDocument/2006/customXml" ds:itemID="{5C22F7A9-37A7-490A-B0D8-45675F068A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78ab53-bb02-47a0-9393-a7ee0c0e7637"/>
    <ds:schemaRef ds:uri="d0d77455-7254-4fb4-bfd1-be85809029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192</TotalTime>
  <Words>648</Words>
  <Application>Microsoft Office PowerPoint</Application>
  <PresentationFormat>Widescreen</PresentationFormat>
  <Paragraphs>43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Masters assignment</vt:lpstr>
      <vt:lpstr>Assignment tips</vt:lpstr>
      <vt:lpstr>Assignment brief</vt:lpstr>
      <vt:lpstr>Introduction </vt:lpstr>
      <vt:lpstr>Main body of the assignment </vt:lpstr>
      <vt:lpstr>Masters level writing</vt:lpstr>
      <vt:lpstr>Example overarching argument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Robert Campbell</dc:creator>
  <cp:lastModifiedBy>Tamsyn Nichol</cp:lastModifiedBy>
  <cp:revision>117</cp:revision>
  <dcterms:created xsi:type="dcterms:W3CDTF">2024-02-07T08:14:47Z</dcterms:created>
  <dcterms:modified xsi:type="dcterms:W3CDTF">2026-01-05T16:50:38Z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0x010100D347846A1787E24BAA4B8FCA035797FD</vt:lpwstr>
  </property>
  <property fmtid="{D5CDD505-2E9C-101B-9397-08002B2CF9AE}" pid="3" name="MediaServiceImageTags">
    <vt:lpwstr/>
  </property>
</Properties>
</file>